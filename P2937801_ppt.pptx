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-1236" y="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b="1">
                <a:solidFill>
                  <a:srgbClr val="990000"/>
                </a:solidFill>
              </a:rPr>
              <a:t>Comparison of ANN and CNN for Fashion-MNIST Image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t>Tirth Kishorbhai Bariya (P2937801)</a:t>
            </a:r>
          </a:p>
          <a:p>
            <a:r>
              <a:t>MSc Artificial Intelligence – Neural Systems &amp; NLP</a:t>
            </a:r>
          </a:p>
          <a:p>
            <a:r>
              <a:t>De Montfort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Fashion-MNIST contains 70,000 grayscale clothing images across 10 classes.</a:t>
            </a:r>
          </a:p>
          <a:p>
            <a:pPr lvl="1"/>
            <a:r>
              <a:t>Goal: classify clothing items using deep learning models.</a:t>
            </a:r>
          </a:p>
          <a:p>
            <a:pPr lvl="1"/>
            <a:r>
              <a:t>Two models implemented: ANN and CNN.</a:t>
            </a:r>
          </a:p>
          <a:p>
            <a:pPr lvl="1"/>
            <a:r>
              <a:t>Dataset includes shirts, trousers, coats, sneakers, etc.</a:t>
            </a:r>
          </a:p>
          <a:p>
            <a:pPr lvl="1"/>
            <a:r>
              <a:t>Aim: determine which model performs better and why.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990000"/>
                </a:solidFill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Preprocess the Fashion-MNIST dataset.</a:t>
            </a:r>
          </a:p>
          <a:p>
            <a:pPr lvl="1"/>
            <a:r>
              <a:t>Build and train ANN and CNN models.</a:t>
            </a:r>
          </a:p>
          <a:p>
            <a:pPr lvl="1"/>
            <a:r>
              <a:t>Evaluate classification performance and accuracy.</a:t>
            </a:r>
          </a:p>
          <a:p>
            <a:pPr lvl="1"/>
            <a:r>
              <a:t>Analyze misclassifications of visually similar classes.</a:t>
            </a:r>
          </a:p>
          <a:p>
            <a:pPr lvl="1"/>
            <a:r>
              <a:t>Compare strengths and weaknesses of both models.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990000"/>
                </a:solidFill>
              </a:rPr>
              <a:t>Objectives / Goals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Python and TensorFlow/Keras in Google Colab.</a:t>
            </a:r>
          </a:p>
          <a:p>
            <a:pPr lvl="1"/>
            <a:r>
              <a:t>Data normalized and labels one-hot encoded.</a:t>
            </a:r>
          </a:p>
          <a:p>
            <a:pPr lvl="1"/>
            <a:r>
              <a:t>Training, validation, and test data prepared.</a:t>
            </a:r>
          </a:p>
          <a:p>
            <a:pPr lvl="1"/>
            <a:r>
              <a:t>ANN: Flatten → Dense layers.</a:t>
            </a:r>
          </a:p>
          <a:p>
            <a:pPr lvl="1"/>
            <a:r>
              <a:t>CNN: Conv2D → MaxPooling → Flatten → Dense.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990000"/>
                </a:solidFill>
              </a:rPr>
              <a:t>Methodology / Approach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Fashion-MNIST (28x28 grayscale images).</a:t>
            </a:r>
          </a:p>
          <a:p>
            <a:pPr lvl="1"/>
            <a:r>
              <a:t>Normalization applied for stable training.</a:t>
            </a:r>
          </a:p>
          <a:p>
            <a:pPr lvl="1"/>
            <a:r>
              <a:t>Labels encoded into 10 categories.</a:t>
            </a:r>
          </a:p>
          <a:p>
            <a:pPr lvl="1"/>
            <a:r>
              <a:t>Batch size: 32, Epochs: 10.</a:t>
            </a:r>
          </a:p>
          <a:p>
            <a:pPr lvl="1"/>
            <a:r>
              <a:t>Validation used to avoid overfitting.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990000"/>
                </a:solidFill>
              </a:rPr>
              <a:t>Data / Materials / Inputs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Loaded dataset using Keras API.</a:t>
            </a:r>
          </a:p>
          <a:p>
            <a:pPr lvl="1"/>
            <a:r>
              <a:t>Normalized pixel values between 0 and 1.</a:t>
            </a:r>
          </a:p>
          <a:p>
            <a:pPr lvl="1"/>
            <a:r>
              <a:t>ANN and CNN models constructed and compiled.</a:t>
            </a:r>
          </a:p>
          <a:p>
            <a:pPr lvl="1"/>
            <a:r>
              <a:t>Models trained and evaluated on test dataset.</a:t>
            </a:r>
          </a:p>
          <a:p>
            <a:pPr lvl="1"/>
            <a:r>
              <a:t>Performance metrics stored and compared.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990000"/>
                </a:solidFill>
              </a:rPr>
              <a:t>Implementation / Process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ANN Test Accuracy: ~0.878</a:t>
            </a:r>
          </a:p>
          <a:p>
            <a:pPr lvl="1"/>
            <a:r>
              <a:t>CNN Test Accuracy: ~0.903</a:t>
            </a:r>
          </a:p>
          <a:p>
            <a:pPr lvl="1"/>
            <a:r>
              <a:t>CNN achieved lower loss and better accuracy.</a:t>
            </a:r>
          </a:p>
          <a:p>
            <a:pPr lvl="1"/>
            <a:r>
              <a:t>Confusion mainly between Shirt and T-shirt classes.</a:t>
            </a:r>
          </a:p>
          <a:p>
            <a:pPr lvl="1"/>
            <a:r>
              <a:t>CNN learned spatial image patterns better.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990000"/>
                </a:solidFill>
              </a:rPr>
              <a:t>Results / Findings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CNN outperformed ANN for visual recognition tasks.</a:t>
            </a:r>
          </a:p>
          <a:p>
            <a:pPr lvl="1"/>
            <a:r>
              <a:t>ANN lacks spatial learning due to flattening process.</a:t>
            </a:r>
          </a:p>
          <a:p>
            <a:pPr lvl="1"/>
            <a:r>
              <a:t>CNN extracts textures, edges, and shapes effectively.</a:t>
            </a:r>
          </a:p>
          <a:p>
            <a:pPr lvl="1"/>
            <a:r>
              <a:t>Similar clothing items remain challenging to classify.</a:t>
            </a:r>
          </a:p>
          <a:p>
            <a:pPr lvl="1"/>
            <a:r>
              <a:t>Improvements possible through augmentation and dropout.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990000"/>
                </a:solidFill>
              </a:rPr>
              <a:t>Discussion / Interpretation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CNN showed significantly better performance than ANN.</a:t>
            </a:r>
          </a:p>
          <a:p>
            <a:pPr lvl="1"/>
            <a:r>
              <a:t>Proper dataset preprocessing improved training stability.</a:t>
            </a:r>
          </a:p>
          <a:p>
            <a:pPr lvl="1"/>
            <a:r>
              <a:t>Model architecture affects final accuracy heavily.</a:t>
            </a:r>
          </a:p>
          <a:p>
            <a:pPr lvl="1"/>
            <a:r>
              <a:t>CNN achieved over 90% accuracy.</a:t>
            </a:r>
          </a:p>
          <a:p>
            <a:pPr lvl="1"/>
            <a:r>
              <a:t>Study confirms CNN advantage in image recognition tasks.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990000"/>
                </a:solidFill>
              </a:rPr>
              <a:t>Conclusion / Summary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Introduce Data Augmentation for better generalization.</a:t>
            </a:r>
          </a:p>
          <a:p>
            <a:pPr lvl="1"/>
            <a:r>
              <a:t>Add Dropout layers to reduce overfitting.</a:t>
            </a:r>
          </a:p>
          <a:p>
            <a:pPr lvl="1"/>
            <a:r>
              <a:t>Experiment with pre-trained CNNs like VGG16/ResNet.</a:t>
            </a:r>
          </a:p>
          <a:p>
            <a:pPr lvl="1"/>
            <a:r>
              <a:t>Acknowledgment: DMU Faculty &amp; TensorFlow Documentation.</a:t>
            </a:r>
          </a:p>
          <a:p>
            <a:pPr lvl="1"/>
            <a:r>
              <a:t>Thank you — Questions Welcome!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>
                <a:solidFill>
                  <a:srgbClr val="990000"/>
                </a:solidFill>
              </a:rPr>
              <a:t>Future Work / Acknowledgments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</TotalTime>
  <Words>400</Words>
  <Application>Microsoft Office PowerPoint</Application>
  <PresentationFormat>On-screen Show (4:3)</PresentationFormat>
  <Paragraphs>58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Concourse</vt:lpstr>
      <vt:lpstr>Comparison of ANN and CNN for Fashion-MNIST Image Classification</vt:lpstr>
      <vt:lpstr>Introduction</vt:lpstr>
      <vt:lpstr>Objectives / Goals</vt:lpstr>
      <vt:lpstr>Methodology / Approach</vt:lpstr>
      <vt:lpstr>Data / Materials / Inputs</vt:lpstr>
      <vt:lpstr>Implementation / Process</vt:lpstr>
      <vt:lpstr>Results / Findings</vt:lpstr>
      <vt:lpstr>Discussion / Interpretation</vt:lpstr>
      <vt:lpstr>Conclusion / Summary</vt:lpstr>
      <vt:lpstr>Future Work / Acknowledgments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Comparison of ANN and CNN for Fashion-MNIST Image Classification</dc:title>
  <dc:creator>Tirth</dc:creator>
  <dc:description>generated using python-pptx</dc:description>
  <cp:lastModifiedBy>User</cp:lastModifiedBy>
  <cp:revision>3</cp:revision>
  <dcterms:created xsi:type="dcterms:W3CDTF">2013-01-27T09:14:16Z</dcterms:created>
  <dcterms:modified xsi:type="dcterms:W3CDTF">2025-11-05T12:25:38Z</dcterms:modified>
</cp:coreProperties>
</file>